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F1B82-A362-5DBB-7CBB-D0E5B3BC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10" y="23697"/>
            <a:ext cx="9464860" cy="14631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497ED6-2EC0-D7AB-A7B7-A47B39DE41D0}"/>
              </a:ext>
            </a:extLst>
          </p:cNvPr>
          <p:cNvSpPr txBox="1"/>
          <p:nvPr/>
        </p:nvSpPr>
        <p:spPr>
          <a:xfrm>
            <a:off x="3358770" y="2862072"/>
            <a:ext cx="3382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TEAM ROADFIX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E56F3-B8F6-0FA6-C64B-4D26EE3C2252}"/>
              </a:ext>
            </a:extLst>
          </p:cNvPr>
          <p:cNvSpPr txBox="1"/>
          <p:nvPr/>
        </p:nvSpPr>
        <p:spPr>
          <a:xfrm>
            <a:off x="1499616" y="1921883"/>
            <a:ext cx="7973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ROAD DAMAGE REPORTING SYSTEM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4DAAA-13A3-8013-3F7D-8C50E02DE5C5}"/>
              </a:ext>
            </a:extLst>
          </p:cNvPr>
          <p:cNvSpPr txBox="1"/>
          <p:nvPr/>
        </p:nvSpPr>
        <p:spPr>
          <a:xfrm>
            <a:off x="8695944" y="4489704"/>
            <a:ext cx="35576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NAME 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P.Aushray</a:t>
            </a:r>
            <a:r>
              <a:rPr lang="en-IN" dirty="0"/>
              <a:t> (25MVCSMR0522)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M.Manikanta</a:t>
            </a:r>
            <a:r>
              <a:rPr lang="en-IN" dirty="0"/>
              <a:t> (25MVCSMR0513)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B.Vijay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 (25MVCSMR0471)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MD.Shoaib</a:t>
            </a:r>
            <a:r>
              <a:rPr lang="en-IN"/>
              <a:t> (25MVCSMR0515)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59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731520"/>
            <a:ext cx="1828800" cy="1828800"/>
          </a:xfrm>
          <a:prstGeom prst="ellipse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1920240"/>
            <a:ext cx="1280160" cy="1280160"/>
          </a:xfrm>
          <a:prstGeom prst="ellipse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2743200"/>
            <a:ext cx="914400" cy="914400"/>
          </a:xfrm>
          <a:prstGeom prst="ellipse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69494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20AEA4"/>
                </a:solidFill>
                <a:latin typeface="Aptos"/>
              </a:defRPr>
            </a:pPr>
            <a:r>
              <a:t>MERN STACK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498079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ROAD DAMAGE</a:t>
            </a:r>
            <a:br>
              <a:rPr dirty="0"/>
            </a:br>
            <a:r>
              <a:rPr dirty="0"/>
              <a:t>REPORTING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65836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900" b="0">
                <a:solidFill>
                  <a:srgbClr val="DAE2EE"/>
                </a:solidFill>
                <a:latin typeface="Aptos"/>
              </a:defRPr>
            </a:pPr>
            <a:r>
              <a:t>A web application to report potholes and damaged roads with photos, location, and status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1325880" cy="438912"/>
          </a:xfrm>
          <a:prstGeom prst="round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855464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754880"/>
            <a:ext cx="1325880" cy="438912"/>
          </a:xfrm>
          <a:prstGeom prst="round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39" y="4855464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754880"/>
            <a:ext cx="1325880" cy="438912"/>
          </a:xfrm>
          <a:prstGeom prst="roundRect">
            <a:avLst/>
          </a:prstGeom>
          <a:solidFill>
            <a:srgbClr val="509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86200" y="4855464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4754880"/>
            <a:ext cx="1325880" cy="438912"/>
          </a:xfrm>
          <a:prstGeom prst="roundRect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59" y="4855464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44768"/>
            <a:ext cx="6217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B4C1D4"/>
                </a:solidFill>
                <a:latin typeface="Aptos"/>
              </a:defRPr>
            </a:pPr>
            <a:r>
              <a:t>Project Presentation • 10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4241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200" b="1">
                <a:solidFill>
                  <a:srgbClr val="111F39"/>
                </a:solidFill>
                <a:latin typeface="Aptos"/>
              </a:defRPr>
            </a:pPr>
            <a:r>
              <a:t>Road damage can affect safety, travel time, and vehicle maintenance.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424160" cy="448056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Potholes and damaged road surfaces may go unreported or take time to locate.</a:t>
            </a:r>
          </a:p>
          <a:p>
            <a:pPr>
              <a:spcAft>
                <a:spcPts val="17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Reports shared through informal channels can be incomplete or difficult to track.</a:t>
            </a:r>
          </a:p>
          <a:p>
            <a:pPr>
              <a:spcAft>
                <a:spcPts val="17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Authorities need clear details, photographs, and locations to prioritize repairs.</a:t>
            </a:r>
          </a:p>
          <a:p>
            <a:pPr>
              <a:spcAft>
                <a:spcPts val="17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A centralized web system can make reporting and follow-up more organized.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69164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0020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MERN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3063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Build a full-stack application using MongoDB, Express, React, and Node.js.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73152" cy="1691640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60020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75688"/>
            <a:ext cx="3063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Create, read, update, and manage road-damage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73152" cy="1691640"/>
          </a:xfrm>
          <a:prstGeom prst="rect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60020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075688"/>
            <a:ext cx="3063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Connect the React interface to backend endpoints.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73152" cy="169164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74904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24528"/>
            <a:ext cx="3063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Support authentication and role-based access where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566160"/>
            <a:ext cx="73152" cy="1691640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74904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Clear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224528"/>
            <a:ext cx="3063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Display reports, descriptions, images, locations, and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566160"/>
            <a:ext cx="73152" cy="1691640"/>
          </a:xfrm>
          <a:prstGeom prst="rect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74904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Practical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224528"/>
            <a:ext cx="3063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Help users submit reports and staff track repair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3. Proposed System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1508760"/>
            <a:ext cx="731520" cy="731520"/>
          </a:xfrm>
          <a:prstGeom prst="ellipse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7099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111F39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237744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User enters location, damage type, description, and photo.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1907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>
                <a:solidFill>
                  <a:srgbClr val="20AE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508760"/>
            <a:ext cx="731520" cy="731520"/>
          </a:xfrm>
          <a:prstGeom prst="ellipse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7099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111F39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71800"/>
            <a:ext cx="237744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React sends the report to the Express REST 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71907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>
                <a:solidFill>
                  <a:srgbClr val="20AE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1508760"/>
            <a:ext cx="731520" cy="731520"/>
          </a:xfrm>
          <a:prstGeom prst="ellipse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17099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51460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111F39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237744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Node.js validates data and saves it in MongoDB.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71907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400" b="1">
                <a:solidFill>
                  <a:srgbClr val="20AE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10149840" y="1508760"/>
            <a:ext cx="731520" cy="731520"/>
          </a:xfrm>
          <a:prstGeom prst="ellipse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17099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51460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111F39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971800"/>
            <a:ext cx="237744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Authorized staff view reports and update status.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900" b="1">
                <a:solidFill>
                  <a:srgbClr val="111F39"/>
                </a:solidFill>
                <a:latin typeface="Aptos"/>
              </a:defRPr>
            </a:pPr>
            <a:r>
              <a:t>Outcome: one searchable place for reports, evidence, and repair-status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4.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2514600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48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100" b="1">
                <a:solidFill>
                  <a:srgbClr val="111F39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2768BE"/>
                </a:solidFill>
                <a:latin typeface="Aptos"/>
              </a:defRPr>
            </a:pPr>
            <a:r>
              <a:t>Frontend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0574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Forms, report list, details, and status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5448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0" y="1554480"/>
            <a:ext cx="2514600" cy="14630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1965960"/>
            <a:ext cx="2148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100" b="1">
                <a:solidFill>
                  <a:srgbClr val="111F39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974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20AEA4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246120"/>
            <a:ext cx="20574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Runs server-side JavaScript and application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59" y="155448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59" y="1554480"/>
            <a:ext cx="2514600" cy="146304"/>
          </a:xfrm>
          <a:prstGeom prst="rect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2148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100" b="1">
                <a:solidFill>
                  <a:srgbClr val="111F39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974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F29B41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246120"/>
            <a:ext cx="20574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Defines REST endpoints and handles requests.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19" y="1554480"/>
            <a:ext cx="2514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18319" y="1554480"/>
            <a:ext cx="2514600" cy="146304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199" y="1965960"/>
            <a:ext cx="2148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100" b="1">
                <a:solidFill>
                  <a:srgbClr val="111F39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269748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2768B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3246120"/>
            <a:ext cx="20574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Stores reports, users, image references, and status.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0">
                <a:solidFill>
                  <a:srgbClr val="5C6A7D"/>
                </a:solidFill>
                <a:latin typeface="Aptos"/>
              </a:defRPr>
            </a:pPr>
            <a:r>
              <a:t>Optional: use a file-storage service for uploaded images and store the image URL in MongoDB.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5. 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448056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Report damage: select pothole, crack, broken surface, or other damage.</a:t>
            </a:r>
          </a:p>
          <a:p>
            <a:pPr>
              <a:spcAft>
                <a:spcPts val="17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Add evidence: upload a photo and write a short description.</a:t>
            </a:r>
          </a:p>
          <a:p>
            <a:pPr>
              <a:spcAft>
                <a:spcPts val="17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Location details: enter an address or use available map/GPS integration.</a:t>
            </a:r>
          </a:p>
          <a:p>
            <a:pPr>
              <a:spcAft>
                <a:spcPts val="17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Browse reports: view report cards with image, type, location, and date.</a:t>
            </a:r>
          </a:p>
          <a:p>
            <a:pPr>
              <a:spcAft>
                <a:spcPts val="17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Track progress: statuses such as Pending, In Review, In Progress, and Resolved.</a:t>
            </a:r>
          </a:p>
          <a:p>
            <a:pPr>
              <a:spcAft>
                <a:spcPts val="17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Admin tools: review reports, edit details, and manage report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6. MongoDB Data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754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000" b="1">
                <a:solidFill>
                  <a:srgbClr val="2768BE"/>
                </a:solidFill>
                <a:latin typeface="Aptos"/>
              </a:defRPr>
            </a:pPr>
            <a:r>
              <a:t>Collection: roadReports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937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01952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11F39"/>
                </a:solidFill>
                <a:latin typeface="Aptos"/>
              </a:defRPr>
            </a:pPr>
            <a:r>
              <a:t>title /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01952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5C6A7D"/>
                </a:solidFill>
                <a:latin typeface="Aptos"/>
              </a:defRPr>
            </a:pPr>
            <a:r>
              <a:t>Text describing the damage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4937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505456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11F39"/>
                </a:solidFill>
                <a:latin typeface="Aptos"/>
              </a:defRPr>
            </a:pPr>
            <a:r>
              <a:t>damageType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05456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5C6A7D"/>
                </a:solidFill>
                <a:latin typeface="Aptos"/>
              </a:defRPr>
            </a:pPr>
            <a:r>
              <a:t>Pothole, crack, surface damage, 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0088"/>
            <a:ext cx="4937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10896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11F39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08960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5C6A7D"/>
                </a:solidFill>
                <a:latin typeface="Aptos"/>
              </a:defRPr>
            </a:pPr>
            <a:r>
              <a:t>Address and optional latitude/longitude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93591"/>
            <a:ext cx="4937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712463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11F39"/>
                </a:solidFill>
                <a:latin typeface="Aptos"/>
              </a:defRPr>
            </a:pPr>
            <a:r>
              <a:t>imageUrl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12463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5C6A7D"/>
                </a:solidFill>
                <a:latin typeface="Aptos"/>
              </a:defRPr>
            </a:pPr>
            <a:r>
              <a:t>Stored image link or file reference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97096"/>
            <a:ext cx="4937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315968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11F39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15968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5C6A7D"/>
                </a:solidFill>
                <a:latin typeface="Aptos"/>
              </a:defRPr>
            </a:pPr>
            <a:r>
              <a:t>Pending, In Review, In Progress, Resolved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4937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919472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11F39"/>
                </a:solidFill>
                <a:latin typeface="Aptos"/>
              </a:defRPr>
            </a:pPr>
            <a:r>
              <a:t>createdBy / timestamps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919472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5C6A7D"/>
                </a:solidFill>
                <a:latin typeface="Aptos"/>
              </a:defRPr>
            </a:pPr>
            <a:r>
              <a:t>Reporter reference and created/updated 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17320"/>
            <a:ext cx="4663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800" b="1">
                <a:solidFill>
                  <a:srgbClr val="111F39"/>
                </a:solidFill>
                <a:latin typeface="Aptos"/>
              </a:defRPr>
            </a:pPr>
            <a:r>
              <a:t>Example report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965960"/>
            <a:ext cx="4800600" cy="2880360"/>
          </a:xfrm>
          <a:prstGeom prst="round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240280"/>
            <a:ext cx="4297680" cy="2331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0">
                <a:solidFill>
                  <a:srgbClr val="E1EBF8"/>
                </a:solidFill>
                <a:latin typeface="Consolas"/>
              </a:defRPr>
            </a:pPr>
            <a:r>
              <a:t>{\n  "damageType": "Pothole",\n  "description": "Large pothole near the junction",\n  "location": { "address": "Main Road" },\n  "imageUrl": "/uploads/report-01.jpg",\n  "status": "Pending"\n}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7. REST API &amp; CRUD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1188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0AEA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53312"/>
            <a:ext cx="3200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0AEA4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353312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0AEA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515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768BE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38528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11F39"/>
                </a:solidFill>
                <a:latin typeface="Consolas"/>
              </a:defRPr>
            </a:pPr>
            <a:r>
              <a:t>/api/reports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38528"/>
            <a:ext cx="5303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Create a new damage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32888"/>
            <a:ext cx="10515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688336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768BE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68833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11F39"/>
                </a:solidFill>
                <a:latin typeface="Consolas"/>
              </a:defRPr>
            </a:pPr>
            <a:r>
              <a:t>/api/reports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88336"/>
            <a:ext cx="5303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List reports; support filters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82696"/>
            <a:ext cx="10515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438144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768BE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438144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11F39"/>
                </a:solidFill>
                <a:latin typeface="Consolas"/>
              </a:defRPr>
            </a:pPr>
            <a:r>
              <a:t>/api/reports/:id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438144"/>
            <a:ext cx="5303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View one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32504"/>
            <a:ext cx="10515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187952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768BE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187952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11F39"/>
                </a:solidFill>
                <a:latin typeface="Consolas"/>
              </a:defRPr>
            </a:pPr>
            <a:r>
              <a:t>/api/reports/:id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187952"/>
            <a:ext cx="5303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Update report details or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82312"/>
            <a:ext cx="10515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937759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2768BE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937759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11F39"/>
                </a:solidFill>
                <a:latin typeface="Consolas"/>
              </a:defRPr>
            </a:pPr>
            <a:r>
              <a:t>/api/reports/:id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4937759"/>
            <a:ext cx="5303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Remove a report if permitted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Use validation, consistent error responses, and authorization for protected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11F39"/>
                </a:solidFill>
                <a:latin typeface="Aptos"/>
              </a:defRPr>
            </a:pPr>
            <a:r>
              <a:t>8. Authentication, Security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1000" b="1">
                <a:solidFill>
                  <a:srgbClr val="5C6A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27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60020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306324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Use login and hashed passwords; issue a secure session or token.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0020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306324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Citizen: submit/view reports. Admin: review, update, and manage.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828800"/>
          </a:xfrm>
          <a:prstGeom prst="rect">
            <a:avLst/>
          </a:prstGeom>
          <a:solidFill>
            <a:srgbClr val="F29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600200"/>
            <a:ext cx="30632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11F39"/>
                </a:solidFill>
                <a:latin typeface="Aptos"/>
              </a:defRPr>
            </a:pPr>
            <a:r>
              <a:t>Data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075688"/>
            <a:ext cx="306324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5C6A7D"/>
                </a:solidFill>
                <a:latin typeface="Aptos"/>
              </a:defRPr>
            </a:pPr>
            <a:r>
              <a:t>Validate inputs, limit upload types/sizes, and protect private routes.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332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900" b="1">
                <a:solidFill>
                  <a:srgbClr val="111F39"/>
                </a:solidFill>
                <a:latin typeface="Aptos"/>
              </a:defRPr>
            </a:pPr>
            <a:r>
              <a:t>Testing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241280" cy="182880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Submit a report with valid details and an image.</a:t>
            </a:r>
          </a:p>
          <a:p>
            <a:pPr>
              <a:spcAft>
                <a:spcPts val="1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Confirm report data is saved and displayed correctly.</a:t>
            </a:r>
          </a:p>
          <a:p>
            <a:pPr>
              <a:spcAft>
                <a:spcPts val="1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Test update/delete permissions and invalid input handling.</a:t>
            </a:r>
          </a:p>
          <a:p>
            <a:pPr>
              <a:spcAft>
                <a:spcPts val="170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Check layout on desktop and mobile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3327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9. 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89888"/>
            <a:ext cx="914400" cy="54864"/>
          </a:xfrm>
          <a:prstGeom prst="rect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900" b="1">
                <a:solidFill>
                  <a:srgbClr val="20AEA4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937760" cy="228600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 central platform for road-damage reporting.</a:t>
            </a:r>
          </a:p>
          <a:p>
            <a:pPr>
              <a:spcAft>
                <a:spcPts val="1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CRUD APIs backed by MongoDB.</a:t>
            </a:r>
          </a:p>
          <a:p>
            <a:pPr>
              <a:spcAft>
                <a:spcPts val="1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Clear report status and evidence for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5720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900" b="1">
                <a:solidFill>
                  <a:srgbClr val="20AEA4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846320" cy="228600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Map view and GPS-assisted reporting.</a:t>
            </a:r>
          </a:p>
          <a:p>
            <a:pPr>
              <a:spcAft>
                <a:spcPts val="1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Duplicate-report detection and priority levels.</a:t>
            </a:r>
          </a:p>
          <a:p>
            <a:pPr>
              <a:spcAft>
                <a:spcPts val="1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Email/SMS notifications and analytics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3327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806</Words>
  <Application>Microsoft Office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masadi manikanta</cp:lastModifiedBy>
  <cp:revision>2</cp:revision>
  <dcterms:created xsi:type="dcterms:W3CDTF">2013-01-27T09:14:16Z</dcterms:created>
  <dcterms:modified xsi:type="dcterms:W3CDTF">2026-10-10T05:42:54Z</dcterms:modified>
  <cp:category/>
</cp:coreProperties>
</file>